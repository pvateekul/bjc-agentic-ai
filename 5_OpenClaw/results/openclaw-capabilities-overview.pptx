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97280"/>
            <a:ext cx="1371600" cy="1371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14400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OpenClaw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OpenClaw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A7BEA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Conversation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914400" y="274320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8DAA9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Discord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24612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8DAA9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 UI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74904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8DAA9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Natural prompts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931920" y="1645920"/>
            <a:ext cx="1371600" cy="2286000"/>
          </a:xfrm>
          <a:prstGeom prst="roundRect">
            <a:avLst>
              <a:gd name="adj" fmla="val 10000"/>
            </a:avLst>
          </a:prstGeom>
          <a:solidFill>
            <a:srgbClr val="E8E6DC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0" y="192024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D4543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08483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9768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486400" y="118872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B8B8D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Execution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5943600" y="274320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9A9ABB"/>
          </a:solidFill>
          <a:ln/>
        </p:spPr>
      </p:sp>
      <p:sp>
        <p:nvSpPr>
          <p:cNvPr id="20" name="Text 15"/>
          <p:cNvSpPr/>
          <p:nvPr/>
        </p:nvSpPr>
        <p:spPr>
          <a:xfrm>
            <a:off x="59436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Browsers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943600" y="324612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9A9ABB"/>
          </a:solidFill>
          <a:ln/>
        </p:spPr>
      </p:sp>
      <p:sp>
        <p:nvSpPr>
          <p:cNvPr id="22" name="Text 17"/>
          <p:cNvSpPr/>
          <p:nvPr/>
        </p:nvSpPr>
        <p:spPr>
          <a:xfrm>
            <a:off x="594360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Plugins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943600" y="374904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9A9ABB"/>
          </a:solidFill>
          <a:ln/>
        </p:spPr>
      </p:sp>
      <p:sp>
        <p:nvSpPr>
          <p:cNvPr id="24" name="Text 19"/>
          <p:cNvSpPr/>
          <p:nvPr/>
        </p:nvSpPr>
        <p:spPr>
          <a:xfrm>
            <a:off x="59436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Capabilities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931920" y="192024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D454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7660" y="212598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9144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960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Chat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777240"/>
            <a:ext cx="274320" cy="2743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858000" y="9144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960120"/>
            <a:ext cx="50292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</a:t>
            </a:r>
            <a:endParaRPr lang="en-US" sz="10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777240"/>
            <a:ext cx="274320" cy="27432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914400" y="32004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sp>
        <p:nvSpPr>
          <p:cNvPr id="14" name="Text 7"/>
          <p:cNvSpPr/>
          <p:nvPr/>
        </p:nvSpPr>
        <p:spPr>
          <a:xfrm>
            <a:off x="91440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</a:t>
            </a:r>
            <a:endParaRPr lang="en-US" sz="10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3063240"/>
            <a:ext cx="274320" cy="27432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7315200" y="32004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sp>
        <p:nvSpPr>
          <p:cNvPr id="17" name="Text 9"/>
          <p:cNvSpPr/>
          <p:nvPr/>
        </p:nvSpPr>
        <p:spPr>
          <a:xfrm>
            <a:off x="731520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Files</a:t>
            </a:r>
            <a:endParaRPr lang="en-US" sz="10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3063240"/>
            <a:ext cx="274320" cy="27432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2743200" y="41148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520" y="4160520"/>
            <a:ext cx="502920" cy="50292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2743200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Plugins</a:t>
            </a:r>
            <a:endParaRPr lang="en-US" sz="10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3977640"/>
            <a:ext cx="274320" cy="274320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5943600" y="41148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sp>
        <p:nvSpPr>
          <p:cNvPr id="24" name="Text 13"/>
          <p:cNvSpPr/>
          <p:nvPr/>
        </p:nvSpPr>
        <p:spPr>
          <a:xfrm>
            <a:off x="5943600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Automation</a:t>
            </a:r>
            <a:endParaRPr lang="en-US" sz="10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39776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the workflow runs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message or task arrives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5603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 Receive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371600"/>
            <a:ext cx="1828800" cy="2286000"/>
          </a:xfrm>
          <a:prstGeom prst="roundRect">
            <a:avLst>
              <a:gd name="adj" fmla="val 7500"/>
            </a:avLst>
          </a:prstGeom>
          <a:solidFill>
            <a:srgbClr val="E8E6DC"/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164592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D454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498" y="1789938"/>
            <a:ext cx="352044" cy="35204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56032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800" dirty="0"/>
          </a:p>
        </p:txBody>
      </p:sp>
      <p:sp>
        <p:nvSpPr>
          <p:cNvPr id="13" name="Text 8"/>
          <p:cNvSpPr/>
          <p:nvPr/>
        </p:nvSpPr>
        <p:spPr>
          <a:xfrm>
            <a:off x="338328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 Plan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309360" y="137160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6309360" y="1371600"/>
            <a:ext cx="73152" cy="228600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55448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2377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artifact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310896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0936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Deliver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 and test server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D9775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UI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914400" y="274320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8DAA9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Responsive layout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24612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8DAA9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 workflow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74904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8DAA9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Clean presentation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931920" y="1645920"/>
            <a:ext cx="1371600" cy="2286000"/>
          </a:xfrm>
          <a:prstGeom prst="roundRect">
            <a:avLst>
              <a:gd name="adj" fmla="val 10000"/>
            </a:avLst>
          </a:prstGeom>
          <a:solidFill>
            <a:srgbClr val="E8E6DC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0" y="192024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D4543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08483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9768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486400" y="118872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A7BEAE"/>
          </a:solidFill>
          <a:ln/>
        </p:spPr>
      </p:sp>
      <p:sp>
        <p:nvSpPr>
          <p:cNvPr id="17" name="Text 13"/>
          <p:cNvSpPr/>
          <p:nvPr/>
        </p:nvSpPr>
        <p:spPr>
          <a:xfrm>
            <a:off x="54864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Safe testing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943600" y="274320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9A9ABB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943600" y="324612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9A9ABB"/>
          </a:solidFill>
          <a:ln/>
        </p:spPr>
      </p:sp>
      <p:sp>
        <p:nvSpPr>
          <p:cNvPr id="21" name="Text 17"/>
          <p:cNvSpPr/>
          <p:nvPr/>
        </p:nvSpPr>
        <p:spPr>
          <a:xfrm>
            <a:off x="594360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Automation checks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943600" y="374904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9A9ABB"/>
          </a:solidFill>
          <a:ln/>
        </p:spPr>
      </p:sp>
      <p:sp>
        <p:nvSpPr>
          <p:cNvPr id="23" name="Text 19"/>
          <p:cNvSpPr/>
          <p:nvPr/>
        </p:nvSpPr>
        <p:spPr>
          <a:xfrm>
            <a:off x="59436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Repeatable demos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731520"/>
            <a:ext cx="1371600" cy="1371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560320"/>
            <a:ext cx="914400" cy="914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017520"/>
            <a:ext cx="457200" cy="457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3840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for action.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Capabilities Overview</dc:title>
  <dc:subject>PptxGenJS Presentation</dc:subject>
  <dc:creator>OpenClaw</dc:creator>
  <cp:lastModifiedBy>OpenClaw</cp:lastModifiedBy>
  <cp:revision>1</cp:revision>
  <dcterms:created xsi:type="dcterms:W3CDTF">2026-05-28T08:12:34Z</dcterms:created>
  <dcterms:modified xsi:type="dcterms:W3CDTF">2026-05-28T08:12:34Z</dcterms:modified>
</cp:coreProperties>
</file>