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097280"/>
            <a:ext cx="1371600" cy="1371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14400"/>
            <a:ext cx="5486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926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for Food Processing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plant data to plant decisions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00400" cy="3200400"/>
          </a:xfrm>
          <a:prstGeom prst="roundRect">
            <a:avLst>
              <a:gd name="adj" fmla="val 4286"/>
            </a:avLst>
          </a:prstGeom>
          <a:solidFill>
            <a:srgbClr val="A7BEA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3716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Plant Signals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914400" y="274320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8DAA9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Sensors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324612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8DAA9A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Vision images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74904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8DAA9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Batch logs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425196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8DAA9A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Line speed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931920" y="1645920"/>
            <a:ext cx="1371600" cy="2286000"/>
          </a:xfrm>
          <a:prstGeom prst="roundRect">
            <a:avLst>
              <a:gd name="adj" fmla="val 10000"/>
            </a:avLst>
          </a:prstGeom>
          <a:solidFill>
            <a:srgbClr val="E8E6DC"/>
          </a:solidFill>
          <a:ln/>
        </p:spPr>
      </p:sp>
      <p:sp>
        <p:nvSpPr>
          <p:cNvPr id="15" name="Shape 12"/>
          <p:cNvSpPr/>
          <p:nvPr/>
        </p:nvSpPr>
        <p:spPr>
          <a:xfrm>
            <a:off x="4206240" y="1920240"/>
            <a:ext cx="731520" cy="731520"/>
          </a:xfrm>
          <a:prstGeom prst="roundRect">
            <a:avLst>
              <a:gd name="adj" fmla="val 18750"/>
            </a:avLst>
          </a:prstGeom>
          <a:solidFill>
            <a:srgbClr val="D4543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084832"/>
            <a:ext cx="402336" cy="4023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9768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14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5486400" y="1188720"/>
            <a:ext cx="3200400" cy="3200400"/>
          </a:xfrm>
          <a:prstGeom prst="roundRect">
            <a:avLst>
              <a:gd name="adj" fmla="val 4286"/>
            </a:avLst>
          </a:prstGeom>
          <a:solidFill>
            <a:srgbClr val="B8B8D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71600"/>
            <a:ext cx="731520" cy="7315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8640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Impact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5943600" y="274320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9A9ABB"/>
          </a:solidFill>
          <a:ln/>
        </p:spPr>
      </p:sp>
      <p:sp>
        <p:nvSpPr>
          <p:cNvPr id="22" name="Text 17"/>
          <p:cNvSpPr/>
          <p:nvPr/>
        </p:nvSpPr>
        <p:spPr>
          <a:xfrm>
            <a:off x="59436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Higher yield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943600" y="324612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9A9ABB"/>
          </a:solidFill>
          <a:ln/>
        </p:spPr>
      </p:sp>
      <p:sp>
        <p:nvSpPr>
          <p:cNvPr id="24" name="Text 19"/>
          <p:cNvSpPr/>
          <p:nvPr/>
        </p:nvSpPr>
        <p:spPr>
          <a:xfrm>
            <a:off x="594360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Safer output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943600" y="374904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9A9ABB"/>
          </a:solidFill>
          <a:ln/>
        </p:spPr>
      </p:sp>
      <p:sp>
        <p:nvSpPr>
          <p:cNvPr id="26" name="Text 21"/>
          <p:cNvSpPr/>
          <p:nvPr/>
        </p:nvSpPr>
        <p:spPr>
          <a:xfrm>
            <a:off x="59436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Less downtime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5943600" y="4251960"/>
            <a:ext cx="2286000" cy="365760"/>
          </a:xfrm>
          <a:prstGeom prst="roundRect">
            <a:avLst>
              <a:gd name="adj" fmla="val 37500"/>
            </a:avLst>
          </a:prstGeom>
          <a:solidFill>
            <a:srgbClr val="9A9ABB"/>
          </a:solidFill>
          <a:ln/>
        </p:spPr>
      </p:sp>
      <p:sp>
        <p:nvSpPr>
          <p:cNvPr id="28" name="Text 23"/>
          <p:cNvSpPr/>
          <p:nvPr/>
        </p:nvSpPr>
        <p:spPr>
          <a:xfrm>
            <a:off x="5943600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Better planning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3200400" cy="3200400"/>
          </a:xfrm>
          <a:prstGeom prst="roundRect">
            <a:avLst>
              <a:gd name="adj" fmla="val 4286"/>
            </a:avLst>
          </a:prstGeom>
          <a:solidFill>
            <a:srgbClr val="E8E6D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3716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Manual inspection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93192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vs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5212080" y="914400"/>
            <a:ext cx="3200400" cy="3200400"/>
          </a:xfrm>
          <a:prstGeom prst="roundRect">
            <a:avLst>
              <a:gd name="adj" fmla="val 4286"/>
            </a:avLst>
          </a:prstGeom>
          <a:solidFill>
            <a:srgbClr val="E8E6D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914400" cy="9144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77440"/>
            <a:ext cx="548640" cy="548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1208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 quality control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Where AI adds value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931920" y="192024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D4543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7660" y="212598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9144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D97757"/>
          </a:solidFill>
          <a:ln/>
        </p:spPr>
      </p:sp>
      <p:sp>
        <p:nvSpPr>
          <p:cNvPr id="6" name="Text 3"/>
          <p:cNvSpPr/>
          <p:nvPr/>
        </p:nvSpPr>
        <p:spPr>
          <a:xfrm>
            <a:off x="137160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Quality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777240"/>
            <a:ext cx="274320" cy="274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858000" y="9144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D97757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Safety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777240"/>
            <a:ext cx="274320" cy="2743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14400" y="32004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D97757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246120"/>
            <a:ext cx="502920" cy="5029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Forecasting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063240"/>
            <a:ext cx="274320" cy="27432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7315200" y="32004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D97757"/>
          </a:solidFill>
          <a:ln/>
        </p:spPr>
      </p:sp>
      <p:sp>
        <p:nvSpPr>
          <p:cNvPr id="16" name="Text 9"/>
          <p:cNvSpPr/>
          <p:nvPr/>
        </p:nvSpPr>
        <p:spPr>
          <a:xfrm>
            <a:off x="731520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Maintenance</a:t>
            </a:r>
            <a:endParaRPr lang="en-US" sz="10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3063240"/>
            <a:ext cx="274320" cy="27432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2743200" y="41148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D97757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7520" y="4160520"/>
            <a:ext cx="502920" cy="5029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2743200" y="4663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Traceability</a:t>
            </a:r>
            <a:endParaRPr lang="en-US" sz="10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3977640"/>
            <a:ext cx="274320" cy="274320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5943600" y="4114800"/>
            <a:ext cx="1097280" cy="914400"/>
          </a:xfrm>
          <a:prstGeom prst="roundRect">
            <a:avLst>
              <a:gd name="adj" fmla="val 15000"/>
            </a:avLst>
          </a:prstGeom>
          <a:solidFill>
            <a:srgbClr val="D97757"/>
          </a:solidFill>
          <a:ln/>
        </p:spPr>
      </p:sp>
      <p:sp>
        <p:nvSpPr>
          <p:cNvPr id="23" name="Text 13"/>
          <p:cNvSpPr/>
          <p:nvPr/>
        </p:nvSpPr>
        <p:spPr>
          <a:xfrm>
            <a:off x="5943600" y="4663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Efficiency</a:t>
            </a:r>
            <a:endParaRPr lang="en-US" sz="10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3680" y="39776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practical rollout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468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1413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Collect the right signals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5603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 Capture data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371600"/>
            <a:ext cx="1828800" cy="2286000"/>
          </a:xfrm>
          <a:prstGeom prst="roundRect">
            <a:avLst>
              <a:gd name="adj" fmla="val 7500"/>
            </a:avLst>
          </a:prstGeom>
          <a:solidFill>
            <a:srgbClr val="E8E6DC"/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164592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D4543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498" y="1789938"/>
            <a:ext cx="352044" cy="352044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56032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800" dirty="0"/>
          </a:p>
        </p:txBody>
      </p:sp>
      <p:sp>
        <p:nvSpPr>
          <p:cNvPr id="13" name="Text 8"/>
          <p:cNvSpPr/>
          <p:nvPr/>
        </p:nvSpPr>
        <p:spPr>
          <a:xfrm>
            <a:off x="338328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 Run a pilot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309360" y="1371600"/>
            <a:ext cx="2286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6309360" y="1371600"/>
            <a:ext cx="73152" cy="2286000"/>
          </a:xfrm>
          <a:prstGeom prst="rect">
            <a:avLst/>
          </a:prstGeom>
          <a:solidFill>
            <a:srgbClr val="D9775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55448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0" y="23774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model.pkl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7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rules.md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77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dashboard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3108960"/>
            <a:ext cx="457200" cy="4572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0936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 Deploy and improve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731520"/>
            <a:ext cx="1371600" cy="1371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560320"/>
            <a:ext cx="914400" cy="9144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017520"/>
            <a:ext cx="457200" cy="4572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0" y="3840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141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 small. Measure fast.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Food Processing</dc:title>
  <dc:subject>PptxGenJS Presentation</dc:subject>
  <dc:creator>OpenClaw</dc:creator>
  <cp:lastModifiedBy>OpenClaw</cp:lastModifiedBy>
  <cp:revision>1</cp:revision>
  <dcterms:created xsi:type="dcterms:W3CDTF">2026-05-28T06:24:05Z</dcterms:created>
  <dcterms:modified xsi:type="dcterms:W3CDTF">2026-05-28T06:24:05Z</dcterms:modified>
</cp:coreProperties>
</file>